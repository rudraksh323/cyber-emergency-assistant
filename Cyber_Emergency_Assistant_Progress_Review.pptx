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9" r:id="rId17"/>
    <p:sldId id="276" r:id="rId25"/>
    <p:sldId id="277" r:id="rId26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  <Relationship Id="rId25" Type="http://schemas.openxmlformats.org/officeDocument/2006/relationships/slide" Target="slides/slide21.xml"/>
  <Relationship Id="rId26" Type="http://schemas.openxmlformats.org/officeDocument/2006/relationships/slide" Target="slides/slide22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DB76F9E-40D8-4D98-A710-93A35D1C90A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the project in one line: a panic button for a computer that is being attacked. Mention that the prototype is written in Python and that the final goal is a Chrome extension.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F5A388-2020-43A0-95B0-B166ED6B1D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short. The point is that the prototype is real and runnable, not slides describing an idea.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CB0FB0-6525-43C7-9AE2-63F211A67D4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 features from the report, plus two we added while building: the phishing link checker and SHA-256 evidence sealing.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F2638F-603D-47C4-BCB8-7B9EE6B3A7B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order matters and examiners may ask about it. Evidence is collected FIRST, because live network connections and running processes disappear the moment you cut the network.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0D49A49-8E66-429F-921B-416F3CC06CC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 slide for the viva. Explain that we deliberately built a dry-run mode so the tool can be demonstrated in a classroom, and that every screenshot in this PPT was taken in SAFE mode.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8945358-358F-4476-8CFB-5E7D81B8446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 ready for the question 'how does it decide?'. It is rule based, not machine learning, and every rule is explainable. Also mention no data leaves the computer.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55E43A-E553-4E89-A0BF-BF751AA2119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Simple slide. Emphasise standard library only, so it runs anywhere.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DA757A-E66A-496F-BCD4-E2FE63F4803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answers 'so where is the Chrome extension?'. Be honest: an extension cannot disable a network card. That is why the Python helper stays.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44B43C-BD0C-4C80-AB12-AC173A81B4F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Saying the limits yourself is much better than an examiner finding them. Every one of these is honest.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BF8E78-F538-4C34-AE2C-7C32E4EA862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the report, plus what we learned while building.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D061F5-9050-4BB8-BB21-D075FE7B9B4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on the working demo. Offer to run it live.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8D2C4D8-AAEB-4CAF-8FA7-3E1EEE1EB0C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the panel and invite questions.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35E123-13AD-4080-A320-29B55627F4B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66C328C-4F80-448F-AAEA-D7AE716386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0CFC19-A3A5-487B-A816-E502C0B4DD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B61AC51-CA63-4EEE-B3FB-22382D9423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0BBEFA-4357-46C5-A948-563F2EA18F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9F14BE9-76E4-4C63-A167-AAADE5CB2A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536DA9-CFAE-4B6F-B039-A17DBE462D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9A42D4C-25F7-4551-BC23-6D50AF8C41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D7E2F11-8A5E-431C-A0CE-0F4B6CA97C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708E5BF-7614-4E67-A64D-33958FF718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ABF63B-3056-4B5D-BD00-3DE11D925A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2AB72A5-B75D-485E-8F25-1A6A9AE507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822960" y="1828800"/>
            <a:ext cx="105148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Cyber Emergency Assistant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 modular safety kill switch for cyber emergencies  —  progress review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68680" y="3794760"/>
            <a:ext cx="1051488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Fundamentals of Information Security &amp; Blockchain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Project Based Learning (PBL) — Elective  |  Module 1 of 5 pushed to GitHub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Project vision — what it's designed to do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548640" y="1051560"/>
            <a:ext cx="110635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These goals are proven in an early single-file prototype; the modular rebuild below delivers them piece by piece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A single emergency button starts the incident response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It collects system evidence before network isolation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It checks the hosts file for suspicious redirects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It can disconnect/reconnect the network and restore trusted DNS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It seals collected evidence with SHA-256 and creates TXT + JSON reports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It also checks URLs for phishing indicators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Works on Windows and Linux using Python's standard library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Modular architecture — five planned modules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config.py — constants, paths, brand lists (pushed — Module 1)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security_utils.py — helpers + URL/phishing risk checker (planned — Month 2)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evidence.py — evidence collection, hosts-file scan, SHA-256 sealing (planned — Month 3)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killswitch.py — the KillSwitch class: disconnect, DNS reset, reporting (planned — Month 4)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main.py — CLI arguments, the Tkinter GUI, and the entry point (planned — Months 5–6)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Each module only imports the ones pushed before it, so every commit stays runnable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Design: how killswitch.py will work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548640" y="105156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Already validated in the working prototype; this exact sequence carries over unchanged into killswitch.py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1.  Collect evidence first — processes, network connections, interfaces and logged-in users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–  The hosts file is copied into the incident evidence folder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2.  Check the hosts file for suspicious brand/security-site redirects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3.  Disconnect the internet — only performed in ARMED mode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4.  Restore trusted DNS — 1.1.1.1 and 9.9.9.9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5.  Hash every evidence file with SHA-256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6.  Write report.txt and report.json, then display recovery guidance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Design principle: safe mode by default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548640" y="105156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 dry-run design keeps network and DNS changes safe during testing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SAFE (dry-run) mode is the default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–  Network disconnection is shown as “would do” instead of being executed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–  DNS changes are also simulated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–  Evidence collection, hashing and reporting still happen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Real network/DNS changes require the --armed flag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The GUI also asks for confirmation before an armed emergency action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This design makes the prototype safer to demonstrate and 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Design: the link checker (security_utils.py)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548640" y="105156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Rule-based scoring, already working locally — this is the logic Month 2 will push as security_utils.py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Rule-based scoring adds points for individual risk indicators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Score 0–1 → SAFE; 2–4 → SUSPICIOUS; 5+ → DANGEROUS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Typosquatting is detected with edit distance against known brands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Brand names hidden in a different host can increase the score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Raw IP addresses and abused TLDs such as .xyz, .tk and .top add risk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Login/verification/OTP-style words add risk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Missing HTTPS and very long URLs also add points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The URL is analysed locally — no link is sent to a server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Technology used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Language: Python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Standard library: argparse, hashlib, json, platform, socket, subprocess, pathlib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URL parsing: urllib.parse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GUI: Tkinter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Linux evidence: ps, ss, ip, who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Windows evidence: tasklist, netstat, ipconfig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Network control: nmcli on Linux, netsh on Windows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Integrity: hashlib SHA-256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Reports: plain-text TXT and JSON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Longer term: the Chrome extension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548640" y="105156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current Python program can become the system-level helper behind a future extension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The current Python program is the foundation for a future browser extension.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Possible extension use: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–  Reuse the URL scoring logic inside a browser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–  Warn users before they open suspicious links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–  Show the reasons behind a risk score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–  Provide recovery guidance in the extension UI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System-level actions would remain outside the browser sandbox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–  A browser cannot directly disable the network or edit system DNS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The Python assistant can remain the system-level emergency helper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Limitations — what this prototype does not do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It is not an antivirus — it performs first-response actions rather than continuous protection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URL detection is rule based, so false positives and false negatives are possible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Domain analysis is intentionally simplified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Windows and Linux paths are implemented; other operating systems are not officially supported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Evidence is limited to the commands and files collected by the prototype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SHA-256 shows whether collected files change after hashing; it does not prove the machine was malware-free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Network isolation and DNS restoration may require administrator privileges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Future scope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Build a browser extension around the existing URL scoring logic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Expand the evidence collection module with more system artefacts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Add stronger phishing and malware indicators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Improve Windows support and add broader platform testing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Add richer incident reports and export options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Integrate with antivirus and firewall controls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Add centralized review of incident reports for multiple machines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Conclusion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The assistant's design and workflow are already validated in a working single-file prototype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That prototype is now being rebuilt as five independent, GitHub-ready modules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config.py (Module 1) is live; four modules remain on a six-month push schedule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Each future push keeps the import chain — and the repo — in a runnable state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The end goal is unchanged: a fast, explainable first-response tool for suspected cyber incidents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822960" y="2651760"/>
            <a:ext cx="105148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Thank you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Questions are welcome — happy to walk through the working prototype or the modular roadmap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Current progress — Module 1 shipped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548640" y="1051560"/>
            <a:ext cx="110635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config.py is live on GitHub; everything else below is still local-only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config.py is pushed to GitHub — Module 1 of 5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It contains: app metadata, OS-specific paths, the incidents folder location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Also in it: trusted DNS servers, the brand watch-list, bad TLDs, red-flag words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And the recovery-guidance text shown after an incident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security_utils.py, evidence.py, killswitch.py and main.py exist locally, not yet pushed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The full assistant already runs end-to-end locally — the modular split is a packaging exercise, not a rewrite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11338560" y="63550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99999"/>
                </a:solidFill>
                <a:effectLst/>
                <a:uFillTx/>
                <a:latin typeface="Calibri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548640" y="292680"/>
            <a:ext cx="110635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Six-month development roadmap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3"/>
          <p:cNvSpPr/>
          <p:nvPr/>
        </p:nvSpPr>
        <p:spPr>
          <a:xfrm>
            <a:off x="567000" y="960120"/>
            <a:ext cx="11017800" cy="144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548640" y="1051560"/>
            <a:ext cx="110635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One module per push keeps every commit in a working, importable state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640080" y="1481400"/>
            <a:ext cx="11063520" cy="48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Month 1 — config.py pushed (done)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Month 2 — security_utils.py: helper functions + the link/phishing checker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Month 3 — evidence.py: evidence collection, hosts-file scan, SHA-256 sealing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Month 4 — killswitch.py: the KillSwitch class (disconnect, DNS reset, reporting)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Month 5 — main.py, CLI only: argparse entry point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•  Month 6 — main.py GUI + README, requirements.txt, and polish commits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2026-08-25T09:42:24Z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